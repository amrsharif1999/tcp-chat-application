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bb39f912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bb39f912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bb39f9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5bb39f912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bb39f91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5bb39f912_1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bb39f91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5bb39f912_1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5bb39f912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5bb39f912_1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5bb39f91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5bb39f912_1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bb39f91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5bb39f912_1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bb39f912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5bb39f912_1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bb39f91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d5bb39f912_1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bb39f91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d5bb39f912_1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5bb39f912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5bb39f912_1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5bb39f912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5bb39f912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bb39f912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5bb39f912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bb39f912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bb39f912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bb39f912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5bb39f912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5bb39f912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5bb39f912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bb39f912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bb39f912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bb39f912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5bb39f912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bb39f912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5bb39f912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5bb39f912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5bb39f912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5bb39f912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5bb39f912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5bb39f912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5bb39f912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72500" y="-132872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8F9FA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Calibri"/>
                <a:ea typeface="Calibri"/>
                <a:cs typeface="Calibri"/>
                <a:sym typeface="Calibri"/>
              </a:rPr>
              <a:t>Transport Techniques Networks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TCP Chat Application</a:t>
            </a:r>
            <a:r>
              <a:rPr lang="en-GB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D.JEHAD HAMAMREH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AMR SHARIF(12326952)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Chat Application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simple client-server chat system using TCP sockets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Idea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between server and multiple clients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TCP protocol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message exchange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TCP?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protocol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Connection-oriented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data delivery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chat applications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Components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Server: Handles connections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Client: Sends/receives messages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Socket: Communication endpoint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listens on 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connects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Messages exchanged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 maintained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Responsibilities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 IP and Port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Listen for clients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 connections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Send/receive messages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Responsibilities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to server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messages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messages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output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chat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clients (optional)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interface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implement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multiple clients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blocking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errors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conflicts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chat apps demonstrate networking basics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understanding sockets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advanced systems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239075" y="6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SERVER PYTHON.CODE:</a:t>
            </a:r>
            <a:endParaRPr/>
          </a:p>
        </p:txBody>
      </p:sp>
      <p:pic>
        <p:nvPicPr>
          <p:cNvPr id="127" name="Google Shape;127;p25" title="Screenshot 2026-04-13 1410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03075"/>
            <a:ext cx="4255274" cy="41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650" y="152400"/>
            <a:ext cx="69299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CLIENT PYTHON.CODE: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625" y="924625"/>
            <a:ext cx="4949376" cy="40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100" y="164538"/>
            <a:ext cx="6075375" cy="491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157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FOR PROJECT SERVER: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3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FOR CLIENTS:</a:t>
            </a:r>
            <a:endParaRPr/>
          </a:p>
        </p:txBody>
      </p:sp>
      <p:pic>
        <p:nvPicPr>
          <p:cNvPr id="161" name="Google Shape;161;p31" title="Screenshot 2026-04-13 1431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050" y="1158025"/>
            <a:ext cx="4170549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1" title="Screenshot 2026-04-13 1431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8025"/>
            <a:ext cx="382972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2" title="Screenshot 2026-04-13 1432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84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 title="Screenshot 2026-04-13 1432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63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4" title="Screenshot 2026-04-13 1433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1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